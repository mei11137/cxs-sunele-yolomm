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582" r:id="rId3"/>
    <p:sldId id="4583" r:id="rId4"/>
    <p:sldId id="4586" r:id="rId5"/>
    <p:sldId id="4587" r:id="rId6"/>
    <p:sldId id="4590" r:id="rId7"/>
    <p:sldId id="459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2B9"/>
    <a:srgbClr val="CDEAF0"/>
    <a:srgbClr val="CBE1BE"/>
    <a:srgbClr val="FFD99B"/>
    <a:srgbClr val="FFC3C7"/>
    <a:srgbClr val="B4E2D3"/>
    <a:srgbClr val="BADDF5"/>
    <a:srgbClr val="5290E2"/>
    <a:srgbClr val="FFFFFF"/>
    <a:srgbClr val="EAE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90730" autoAdjust="0"/>
  </p:normalViewPr>
  <p:slideViewPr>
    <p:cSldViewPr snapToGrid="0">
      <p:cViewPr>
        <p:scale>
          <a:sx n="100" d="100"/>
          <a:sy n="100" d="100"/>
        </p:scale>
        <p:origin x="1506" y="19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C9EB6-00C2-4A58-855C-B384D33550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C51A7-58F4-4203-A627-0DB111D56A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组合 286"/>
          <p:cNvGrpSpPr/>
          <p:nvPr/>
        </p:nvGrpSpPr>
        <p:grpSpPr>
          <a:xfrm>
            <a:off x="-314078" y="493157"/>
            <a:ext cx="9269120" cy="6736645"/>
            <a:chOff x="-711860" y="1355257"/>
            <a:chExt cx="9269120" cy="6736645"/>
          </a:xfrm>
        </p:grpSpPr>
        <p:sp>
          <p:nvSpPr>
            <p:cNvPr id="139" name="文本框 138"/>
            <p:cNvSpPr txBox="1"/>
            <p:nvPr/>
          </p:nvSpPr>
          <p:spPr>
            <a:xfrm>
              <a:off x="-711860" y="2059448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表现层</a:t>
              </a:r>
              <a:endParaRPr lang="zh-CN" altLang="en-US" sz="14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-711860" y="4022871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应用层</a:t>
              </a:r>
              <a:endParaRPr lang="zh-CN" altLang="en-US" sz="14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234" name="组合 233"/>
            <p:cNvGrpSpPr/>
            <p:nvPr/>
          </p:nvGrpSpPr>
          <p:grpSpPr>
            <a:xfrm>
              <a:off x="554040" y="1363590"/>
              <a:ext cx="6367177" cy="1661814"/>
              <a:chOff x="554040" y="1212758"/>
              <a:chExt cx="6367177" cy="1661814"/>
            </a:xfrm>
          </p:grpSpPr>
          <p:sp>
            <p:nvSpPr>
              <p:cNvPr id="49" name="矩形: 圆角 48"/>
              <p:cNvSpPr/>
              <p:nvPr/>
            </p:nvSpPr>
            <p:spPr>
              <a:xfrm>
                <a:off x="554040" y="1212758"/>
                <a:ext cx="6367177" cy="1661814"/>
              </a:xfrm>
              <a:prstGeom prst="roundRect">
                <a:avLst>
                  <a:gd name="adj" fmla="val 4632"/>
                </a:avLst>
              </a:prstGeom>
              <a:solidFill>
                <a:srgbClr val="B4E2D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矩形: 圆角 54"/>
              <p:cNvSpPr/>
              <p:nvPr/>
            </p:nvSpPr>
            <p:spPr>
              <a:xfrm>
                <a:off x="3790700" y="1354961"/>
                <a:ext cx="1493180" cy="2626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图像处理与预览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: 圆角 64"/>
              <p:cNvSpPr/>
              <p:nvPr/>
            </p:nvSpPr>
            <p:spPr>
              <a:xfrm>
                <a:off x="1858478" y="1357126"/>
                <a:ext cx="183093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跨平台支持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矩形: 圆角 66"/>
              <p:cNvSpPr/>
              <p:nvPr/>
            </p:nvSpPr>
            <p:spPr>
              <a:xfrm>
                <a:off x="662464" y="1362304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页面布局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矩形: 圆角 68"/>
              <p:cNvSpPr/>
              <p:nvPr/>
            </p:nvSpPr>
            <p:spPr>
              <a:xfrm>
                <a:off x="662465" y="1715393"/>
                <a:ext cx="194671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复杂数据状态管理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2715528" y="1715392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主题切换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矩形: 圆角 72"/>
              <p:cNvSpPr/>
              <p:nvPr/>
            </p:nvSpPr>
            <p:spPr>
              <a:xfrm>
                <a:off x="5390233" y="1354961"/>
                <a:ext cx="1427409" cy="2626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内容管理与编辑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矩形: 圆角 85"/>
              <p:cNvSpPr/>
              <p:nvPr/>
            </p:nvSpPr>
            <p:spPr>
              <a:xfrm>
                <a:off x="3803649" y="1715392"/>
                <a:ext cx="302694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数据交互与</a:t>
                </a:r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API</a:t>
                </a:r>
                <a:r>
                  <a:rPr lang="zh-CN" altLang="en-US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请求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矩形: 圆角 75"/>
              <p:cNvSpPr/>
              <p:nvPr/>
            </p:nvSpPr>
            <p:spPr>
              <a:xfrm>
                <a:off x="662466" y="2494626"/>
                <a:ext cx="146662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Vue.js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矩形: 圆角 76"/>
              <p:cNvSpPr/>
              <p:nvPr/>
            </p:nvSpPr>
            <p:spPr>
              <a:xfrm>
                <a:off x="3803648" y="2493806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Element Plus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矩形: 圆角 77"/>
              <p:cNvSpPr/>
              <p:nvPr/>
            </p:nvSpPr>
            <p:spPr>
              <a:xfrm>
                <a:off x="4999662" y="2133131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Axios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矩形: 圆角 78"/>
              <p:cNvSpPr/>
              <p:nvPr/>
            </p:nvSpPr>
            <p:spPr>
              <a:xfrm>
                <a:off x="4999662" y="2493806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ECharts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矩形: 圆角 79"/>
              <p:cNvSpPr/>
              <p:nvPr/>
            </p:nvSpPr>
            <p:spPr>
              <a:xfrm>
                <a:off x="1858479" y="2141536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CSS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矩形: 圆角 80"/>
              <p:cNvSpPr/>
              <p:nvPr/>
            </p:nvSpPr>
            <p:spPr>
              <a:xfrm>
                <a:off x="2715528" y="2136359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HTML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矩形: 圆角 81"/>
              <p:cNvSpPr/>
              <p:nvPr/>
            </p:nvSpPr>
            <p:spPr>
              <a:xfrm>
                <a:off x="662464" y="2141537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TypeScript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矩形: 圆角 82"/>
              <p:cNvSpPr/>
              <p:nvPr/>
            </p:nvSpPr>
            <p:spPr>
              <a:xfrm>
                <a:off x="3803648" y="2133131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Vue Router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矩形: 圆角 83"/>
              <p:cNvSpPr/>
              <p:nvPr/>
            </p:nvSpPr>
            <p:spPr>
              <a:xfrm>
                <a:off x="5856711" y="2133130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Pinia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矩形: 圆角 84"/>
              <p:cNvSpPr/>
              <p:nvPr/>
            </p:nvSpPr>
            <p:spPr>
              <a:xfrm>
                <a:off x="5856711" y="2493806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MarkdownIt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矩形: 圆角 95"/>
              <p:cNvSpPr/>
              <p:nvPr/>
            </p:nvSpPr>
            <p:spPr>
              <a:xfrm>
                <a:off x="2222783" y="2494626"/>
                <a:ext cx="146662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Node.js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1" name="组合 230"/>
            <p:cNvGrpSpPr/>
            <p:nvPr/>
          </p:nvGrpSpPr>
          <p:grpSpPr>
            <a:xfrm>
              <a:off x="554041" y="2205102"/>
              <a:ext cx="6367176" cy="2944666"/>
              <a:chOff x="554041" y="2205102"/>
              <a:chExt cx="6367176" cy="2944666"/>
            </a:xfrm>
          </p:grpSpPr>
          <p:sp>
            <p:nvSpPr>
              <p:cNvPr id="51" name="矩形: 圆角 50"/>
              <p:cNvSpPr/>
              <p:nvPr/>
            </p:nvSpPr>
            <p:spPr>
              <a:xfrm>
                <a:off x="554041" y="3117510"/>
                <a:ext cx="6367176" cy="2032258"/>
              </a:xfrm>
              <a:prstGeom prst="roundRect">
                <a:avLst>
                  <a:gd name="adj" fmla="val 3924"/>
                </a:avLst>
              </a:prstGeom>
              <a:solidFill>
                <a:srgbClr val="CBE1BE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858478" y="3609655"/>
                <a:ext cx="183093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异步处理与消息队列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662464" y="3614833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Web API 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矩形: 圆角 90"/>
              <p:cNvSpPr/>
              <p:nvPr/>
            </p:nvSpPr>
            <p:spPr>
              <a:xfrm>
                <a:off x="662465" y="3967922"/>
                <a:ext cx="194671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权限管理与用户角色控制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矩形: 圆角 140"/>
              <p:cNvSpPr/>
              <p:nvPr/>
            </p:nvSpPr>
            <p:spPr>
              <a:xfrm>
                <a:off x="3803649" y="3609655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数据库操作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矩形: 圆角 141"/>
              <p:cNvSpPr/>
              <p:nvPr/>
            </p:nvSpPr>
            <p:spPr>
              <a:xfrm>
                <a:off x="5403182" y="3609655"/>
                <a:ext cx="1427409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日志与监控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矩形: 圆角 142"/>
              <p:cNvSpPr/>
              <p:nvPr/>
            </p:nvSpPr>
            <p:spPr>
              <a:xfrm>
                <a:off x="3803650" y="3960945"/>
                <a:ext cx="302694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文件上传与对象存储服务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45" name="直接连接符 144"/>
              <p:cNvCxnSpPr/>
              <p:nvPr/>
            </p:nvCxnSpPr>
            <p:spPr>
              <a:xfrm>
                <a:off x="554041" y="2205102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矩形: 圆角 155"/>
              <p:cNvSpPr/>
              <p:nvPr/>
            </p:nvSpPr>
            <p:spPr>
              <a:xfrm>
                <a:off x="662464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前端交互层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矩形: 圆角 156"/>
              <p:cNvSpPr/>
              <p:nvPr/>
            </p:nvSpPr>
            <p:spPr>
              <a:xfrm>
                <a:off x="2273322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业务逻辑层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矩形: 圆角 157"/>
              <p:cNvSpPr/>
              <p:nvPr/>
            </p:nvSpPr>
            <p:spPr>
              <a:xfrm>
                <a:off x="3884180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数据访问层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矩形: 圆角 158"/>
              <p:cNvSpPr/>
              <p:nvPr/>
            </p:nvSpPr>
            <p:spPr>
              <a:xfrm>
                <a:off x="5495037" y="3202200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实体层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4" name="直接连接符 163"/>
              <p:cNvCxnSpPr/>
              <p:nvPr/>
            </p:nvCxnSpPr>
            <p:spPr>
              <a:xfrm>
                <a:off x="554041" y="3529578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/>
              <p:nvPr/>
            </p:nvCxnSpPr>
            <p:spPr>
              <a:xfrm>
                <a:off x="554041" y="4322112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5" name="组合 234"/>
            <p:cNvGrpSpPr/>
            <p:nvPr/>
          </p:nvGrpSpPr>
          <p:grpSpPr>
            <a:xfrm>
              <a:off x="541509" y="5232400"/>
              <a:ext cx="6367176" cy="1644175"/>
              <a:chOff x="541509" y="5626100"/>
              <a:chExt cx="6367176" cy="1644175"/>
            </a:xfrm>
          </p:grpSpPr>
          <p:sp>
            <p:nvSpPr>
              <p:cNvPr id="53" name="矩形: 圆角 52"/>
              <p:cNvSpPr/>
              <p:nvPr/>
            </p:nvSpPr>
            <p:spPr>
              <a:xfrm>
                <a:off x="545199" y="5626100"/>
                <a:ext cx="6363485" cy="1644175"/>
              </a:xfrm>
              <a:prstGeom prst="roundRect">
                <a:avLst>
                  <a:gd name="adj" fmla="val 4248"/>
                </a:avLst>
              </a:prstGeom>
              <a:solidFill>
                <a:srgbClr val="F5D2B9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矩形: 圆角 117"/>
              <p:cNvSpPr/>
              <p:nvPr/>
            </p:nvSpPr>
            <p:spPr>
              <a:xfrm>
                <a:off x="649935" y="6549930"/>
                <a:ext cx="72183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Python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矩形: 圆角 119"/>
              <p:cNvSpPr/>
              <p:nvPr/>
            </p:nvSpPr>
            <p:spPr>
              <a:xfrm>
                <a:off x="650094" y="6892925"/>
                <a:ext cx="1746250" cy="25781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Pandas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矩形: 圆角 122"/>
              <p:cNvSpPr/>
              <p:nvPr/>
            </p:nvSpPr>
            <p:spPr>
              <a:xfrm>
                <a:off x="4842364" y="6883400"/>
                <a:ext cx="1946910" cy="25781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Qwen-VL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矩形: 圆角 123"/>
              <p:cNvSpPr/>
              <p:nvPr/>
            </p:nvSpPr>
            <p:spPr>
              <a:xfrm>
                <a:off x="3766359" y="6888593"/>
                <a:ext cx="902643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NumPy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矩形: 圆角 125"/>
              <p:cNvSpPr/>
              <p:nvPr/>
            </p:nvSpPr>
            <p:spPr>
              <a:xfrm>
                <a:off x="2485156" y="6893188"/>
                <a:ext cx="1195547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Transformers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矩形: 圆角 126"/>
              <p:cNvSpPr/>
              <p:nvPr/>
            </p:nvSpPr>
            <p:spPr>
              <a:xfrm>
                <a:off x="5857729" y="6550025"/>
                <a:ext cx="931545" cy="25781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Scikit-learn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矩形: 圆角 127"/>
              <p:cNvSpPr/>
              <p:nvPr/>
            </p:nvSpPr>
            <p:spPr>
              <a:xfrm>
                <a:off x="1476229" y="6550025"/>
                <a:ext cx="2213610" cy="25781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 err="1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PyTorch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矩形: 圆角 130"/>
              <p:cNvSpPr/>
              <p:nvPr/>
            </p:nvSpPr>
            <p:spPr>
              <a:xfrm>
                <a:off x="3441393" y="5731961"/>
                <a:ext cx="149318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多模态</a:t>
                </a:r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大模型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: 圆角 131"/>
              <p:cNvSpPr/>
              <p:nvPr/>
            </p:nvSpPr>
            <p:spPr>
              <a:xfrm>
                <a:off x="1845946" y="5724985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提示词</a:t>
                </a:r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工程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矩形: 圆角 132"/>
              <p:cNvSpPr/>
              <p:nvPr/>
            </p:nvSpPr>
            <p:spPr>
              <a:xfrm>
                <a:off x="649932" y="5730163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数据处理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矩形: 圆角 133"/>
              <p:cNvSpPr/>
              <p:nvPr/>
            </p:nvSpPr>
            <p:spPr>
              <a:xfrm>
                <a:off x="649933" y="6083252"/>
                <a:ext cx="108966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模型</a:t>
                </a:r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训练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矩形: 圆角 134"/>
              <p:cNvSpPr/>
              <p:nvPr/>
            </p:nvSpPr>
            <p:spPr>
              <a:xfrm>
                <a:off x="1842665" y="6083251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模型服务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矩形: 圆角 135"/>
              <p:cNvSpPr/>
              <p:nvPr/>
            </p:nvSpPr>
            <p:spPr>
              <a:xfrm>
                <a:off x="5036841" y="5731961"/>
                <a:ext cx="1768269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算法服务</a:t>
                </a:r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API</a:t>
                </a:r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接口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矩形: 圆角 136"/>
              <p:cNvSpPr/>
              <p:nvPr/>
            </p:nvSpPr>
            <p:spPr>
              <a:xfrm>
                <a:off x="3438916" y="6083251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深度学习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矩形: 圆角 148"/>
              <p:cNvSpPr/>
              <p:nvPr/>
            </p:nvSpPr>
            <p:spPr>
              <a:xfrm>
                <a:off x="5035167" y="6083251"/>
                <a:ext cx="1768268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神经网络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50" name="直接连接符 149"/>
              <p:cNvCxnSpPr/>
              <p:nvPr/>
            </p:nvCxnSpPr>
            <p:spPr>
              <a:xfrm>
                <a:off x="541509" y="6438117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6" name="矩形: 圆角 235"/>
            <p:cNvSpPr/>
            <p:nvPr/>
          </p:nvSpPr>
          <p:spPr>
            <a:xfrm>
              <a:off x="7065022" y="1355257"/>
              <a:ext cx="1492238" cy="5502743"/>
            </a:xfrm>
            <a:prstGeom prst="roundRect">
              <a:avLst>
                <a:gd name="adj" fmla="val 3901"/>
              </a:avLst>
            </a:prstGeom>
            <a:solidFill>
              <a:srgbClr val="FFC3C7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7196027" y="1446096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通信协议</a:t>
              </a:r>
              <a:endParaRPr lang="zh-CN" altLang="en-US" sz="12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38" name="矩形: 圆角 237"/>
            <p:cNvSpPr/>
            <p:nvPr/>
          </p:nvSpPr>
          <p:spPr>
            <a:xfrm>
              <a:off x="7176603" y="1755102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HTTP/HTTPS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7196027" y="2900225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数据协议</a:t>
              </a:r>
              <a:endParaRPr lang="zh-CN" altLang="en-US" sz="12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2" name="矩形: 圆角 241"/>
            <p:cNvSpPr/>
            <p:nvPr/>
          </p:nvSpPr>
          <p:spPr>
            <a:xfrm>
              <a:off x="7176603" y="3181323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JSON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6" name="文本框 245"/>
            <p:cNvSpPr txBox="1"/>
            <p:nvPr/>
          </p:nvSpPr>
          <p:spPr>
            <a:xfrm>
              <a:off x="-711860" y="7415904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支撑层</a:t>
              </a:r>
              <a:endParaRPr lang="zh-CN" altLang="en-US" sz="14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-711860" y="5864403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算法层</a:t>
              </a:r>
              <a:endParaRPr lang="zh-CN" altLang="en-US" sz="14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8" name="矩形: 圆角 247"/>
            <p:cNvSpPr/>
            <p:nvPr/>
          </p:nvSpPr>
          <p:spPr>
            <a:xfrm>
              <a:off x="554042" y="6977802"/>
              <a:ext cx="3843958" cy="1114100"/>
            </a:xfrm>
            <a:prstGeom prst="roundRect">
              <a:avLst>
                <a:gd name="adj" fmla="val 3924"/>
              </a:avLst>
            </a:prstGeom>
            <a:solidFill>
              <a:srgbClr val="BADDF5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9" name="矩形: 圆角 248"/>
            <p:cNvSpPr/>
            <p:nvPr/>
          </p:nvSpPr>
          <p:spPr>
            <a:xfrm>
              <a:off x="664139" y="7062167"/>
              <a:ext cx="568861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数据存储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0" name="矩形: 圆角 249"/>
            <p:cNvSpPr/>
            <p:nvPr/>
          </p:nvSpPr>
          <p:spPr>
            <a:xfrm>
              <a:off x="1331706" y="7056229"/>
              <a:ext cx="1378158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关系型数据库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2" name="矩形: 圆角 251"/>
            <p:cNvSpPr/>
            <p:nvPr/>
          </p:nvSpPr>
          <p:spPr>
            <a:xfrm>
              <a:off x="1331706" y="7699300"/>
              <a:ext cx="1363490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文件数据库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3" name="矩形: 圆角 252"/>
            <p:cNvSpPr/>
            <p:nvPr/>
          </p:nvSpPr>
          <p:spPr>
            <a:xfrm>
              <a:off x="2881277" y="7056229"/>
              <a:ext cx="1378158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S</a:t>
              </a:r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QLite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5" name="矩形: 圆角 254"/>
            <p:cNvSpPr/>
            <p:nvPr/>
          </p:nvSpPr>
          <p:spPr>
            <a:xfrm>
              <a:off x="2881277" y="7698917"/>
              <a:ext cx="1363490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系统文件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>
            <a:xfrm>
              <a:off x="2793902" y="7064316"/>
              <a:ext cx="0" cy="90471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7" name="矩形: 圆角 256"/>
            <p:cNvSpPr/>
            <p:nvPr/>
          </p:nvSpPr>
          <p:spPr>
            <a:xfrm>
              <a:off x="4509063" y="6977802"/>
              <a:ext cx="1713201" cy="1114100"/>
            </a:xfrm>
            <a:prstGeom prst="roundRect">
              <a:avLst>
                <a:gd name="adj" fmla="val 3924"/>
              </a:avLst>
            </a:prstGeom>
            <a:solidFill>
              <a:srgbClr val="D4C5F6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8" name="矩形: 圆角 257"/>
            <p:cNvSpPr/>
            <p:nvPr/>
          </p:nvSpPr>
          <p:spPr>
            <a:xfrm>
              <a:off x="4619161" y="7062167"/>
              <a:ext cx="556503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计算资源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9" name="矩形: 圆角 258"/>
            <p:cNvSpPr/>
            <p:nvPr/>
          </p:nvSpPr>
          <p:spPr>
            <a:xfrm>
              <a:off x="5283879" y="7056229"/>
              <a:ext cx="821645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CPU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60" name="矩形: 圆角 259"/>
            <p:cNvSpPr/>
            <p:nvPr/>
          </p:nvSpPr>
          <p:spPr>
            <a:xfrm>
              <a:off x="5283879" y="7579689"/>
              <a:ext cx="821645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GPU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pic>
          <p:nvPicPr>
            <p:cNvPr id="177" name="Picture 10" descr="https://gimg2.baidu.com/image_search/src=http%3A%2F%2Fhbimg.b0.upaiyun.com%2F95817b7ceef8aa1ba4fc2581b1db8e789fe281953a55-G5sXNm_fw658&amp;refer=http%3A%2F%2Fhbimg.b0.upaiyun.com&amp;app=2002&amp;size=f9999,10000&amp;q=a80&amp;n=0&amp;g=0n&amp;fmt=jpeg?sec=1641094457&amp;t=69f74e5006c240d2e784d20ce30c8be3"/>
            <p:cNvPicPr>
              <a:picLocks noChangeAspect="1" noChangeArrowheads="1"/>
            </p:cNvPicPr>
            <p:nvPr/>
          </p:nvPicPr>
          <p:blipFill>
            <a:blip r:embed="rId1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3988" y="7136860"/>
              <a:ext cx="354860" cy="354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3" name="矩形: 圆角 272"/>
            <p:cNvSpPr/>
            <p:nvPr/>
          </p:nvSpPr>
          <p:spPr>
            <a:xfrm>
              <a:off x="6375498" y="6977802"/>
              <a:ext cx="2181761" cy="1114100"/>
            </a:xfrm>
            <a:prstGeom prst="roundRect">
              <a:avLst>
                <a:gd name="adj" fmla="val 3924"/>
              </a:avLst>
            </a:prstGeom>
            <a:solidFill>
              <a:srgbClr val="5290E2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4" name="矩形: 圆角 273"/>
            <p:cNvSpPr/>
            <p:nvPr/>
          </p:nvSpPr>
          <p:spPr>
            <a:xfrm>
              <a:off x="6514237" y="7062167"/>
              <a:ext cx="556503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操作系统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5" name="矩形: 圆角 274"/>
            <p:cNvSpPr/>
            <p:nvPr/>
          </p:nvSpPr>
          <p:spPr>
            <a:xfrm>
              <a:off x="7178956" y="7056229"/>
              <a:ext cx="1253844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Windows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6" name="矩形: 圆角 275"/>
            <p:cNvSpPr/>
            <p:nvPr/>
          </p:nvSpPr>
          <p:spPr>
            <a:xfrm>
              <a:off x="7178956" y="7579689"/>
              <a:ext cx="1253844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Linux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7196027" y="5658714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文件传输协议</a:t>
              </a:r>
              <a:endParaRPr lang="zh-CN" altLang="en-US" sz="12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8" name="矩形: 圆角 277"/>
            <p:cNvSpPr/>
            <p:nvPr/>
          </p:nvSpPr>
          <p:spPr>
            <a:xfrm>
              <a:off x="7176603" y="4597665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SSL/TLS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9" name="矩形: 圆角 278"/>
            <p:cNvSpPr/>
            <p:nvPr/>
          </p:nvSpPr>
          <p:spPr>
            <a:xfrm>
              <a:off x="7176603" y="4912613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JWT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0" name="矩形: 圆角 279"/>
            <p:cNvSpPr/>
            <p:nvPr/>
          </p:nvSpPr>
          <p:spPr>
            <a:xfrm>
              <a:off x="7176603" y="5227561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CORS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7196027" y="4331683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安全协议</a:t>
              </a:r>
              <a:endParaRPr lang="zh-CN" altLang="en-US" sz="12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2" name="矩形: 圆角 281"/>
            <p:cNvSpPr/>
            <p:nvPr/>
          </p:nvSpPr>
          <p:spPr>
            <a:xfrm>
              <a:off x="7176603" y="5963479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FTP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3" name="矩形: 圆角 282"/>
            <p:cNvSpPr/>
            <p:nvPr/>
          </p:nvSpPr>
          <p:spPr>
            <a:xfrm>
              <a:off x="7176603" y="6278427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SFTP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pic>
          <p:nvPicPr>
            <p:cNvPr id="284" name="图片 283"/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8900" y="7135180"/>
              <a:ext cx="358219" cy="358219"/>
            </a:xfrm>
            <a:prstGeom prst="rect">
              <a:avLst/>
            </a:prstGeom>
          </p:spPr>
        </p:pic>
        <p:pic>
          <p:nvPicPr>
            <p:cNvPr id="286" name="图片 285"/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7460" y="7128057"/>
              <a:ext cx="348743" cy="348743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497282" y="1238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系统架构图</a:t>
            </a:r>
            <a:endParaRPr lang="zh-CN" altLang="en-US" dirty="0"/>
          </a:p>
        </p:txBody>
      </p:sp>
      <p:sp>
        <p:nvSpPr>
          <p:cNvPr id="3" name="矩形: 圆角 124"/>
          <p:cNvSpPr/>
          <p:nvPr/>
        </p:nvSpPr>
        <p:spPr>
          <a:xfrm>
            <a:off x="1061720" y="3576320"/>
            <a:ext cx="6166485" cy="2578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rPr>
              <a:t>Flask</a:t>
            </a:r>
            <a:endParaRPr lang="zh-CN" altLang="en-US" sz="1200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124"/>
          <p:cNvSpPr/>
          <p:nvPr/>
        </p:nvSpPr>
        <p:spPr>
          <a:xfrm>
            <a:off x="1061720" y="3920490"/>
            <a:ext cx="3026410" cy="2578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rPr>
              <a:t>Requests</a:t>
            </a:r>
            <a:endParaRPr lang="en-US" altLang="zh-CN" sz="1200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123"/>
          <p:cNvSpPr/>
          <p:nvPr/>
        </p:nvSpPr>
        <p:spPr>
          <a:xfrm>
            <a:off x="4164141" y="5293703"/>
            <a:ext cx="902643" cy="25806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>
                <a:latin typeface="Times New Roman" panose="02020503050405090304" pitchFamily="18" charset="0"/>
                <a:ea typeface="微软雅黑" panose="020B0503020204020204" pitchFamily="34" charset="-122"/>
              </a:rPr>
              <a:t>YOLO</a:t>
            </a:r>
            <a:endParaRPr lang="en-US" altLang="zh-CN" sz="120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126"/>
          <p:cNvSpPr/>
          <p:nvPr/>
        </p:nvSpPr>
        <p:spPr>
          <a:xfrm>
            <a:off x="5242560" y="5293995"/>
            <a:ext cx="931545" cy="2578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rPr>
              <a:t>OpenCV</a:t>
            </a:r>
            <a:endParaRPr lang="en-US" altLang="zh-CN" sz="1200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矩形: 圆角 124"/>
          <p:cNvSpPr/>
          <p:nvPr/>
        </p:nvSpPr>
        <p:spPr>
          <a:xfrm>
            <a:off x="4201795" y="3920490"/>
            <a:ext cx="3026410" cy="2578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rPr>
              <a:t>PyJwt</a:t>
            </a:r>
            <a:endParaRPr lang="en-US" altLang="zh-CN" sz="1200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/>
          <p:cNvSpPr txBox="1"/>
          <p:nvPr/>
        </p:nvSpPr>
        <p:spPr>
          <a:xfrm>
            <a:off x="316307" y="10477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架构</a:t>
            </a:r>
            <a:r>
              <a:rPr lang="zh-CN" altLang="en-US" dirty="0"/>
              <a:t>交互图</a:t>
            </a:r>
            <a:endParaRPr lang="zh-CN" altLang="en-US" dirty="0"/>
          </a:p>
        </p:txBody>
      </p:sp>
      <p:pic>
        <p:nvPicPr>
          <p:cNvPr id="2" name="图片 1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788035"/>
            <a:ext cx="9144000" cy="14281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/>
          <p:cNvSpPr txBox="1"/>
          <p:nvPr/>
        </p:nvSpPr>
        <p:spPr>
          <a:xfrm>
            <a:off x="316307" y="10477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功能模块图</a:t>
            </a:r>
            <a:endParaRPr lang="zh-CN" altLang="en-US" dirty="0"/>
          </a:p>
        </p:txBody>
      </p:sp>
      <p:pic>
        <p:nvPicPr>
          <p:cNvPr id="3" name="图片 2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08940"/>
            <a:ext cx="7484745" cy="6212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/>
          <p:cNvSpPr txBox="1"/>
          <p:nvPr/>
        </p:nvSpPr>
        <p:spPr>
          <a:xfrm>
            <a:off x="316307" y="104775"/>
            <a:ext cx="1325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识别模块</a:t>
            </a:r>
            <a:endParaRPr lang="zh-CN" altLang="en-US" dirty="0"/>
          </a:p>
          <a:p>
            <a:pPr algn="l"/>
            <a:r>
              <a:rPr lang="zh-CN" altLang="en-US" dirty="0"/>
              <a:t>功能</a:t>
            </a:r>
            <a:r>
              <a:rPr lang="zh-CN" altLang="en-US" dirty="0"/>
              <a:t>流程图</a:t>
            </a:r>
            <a:endParaRPr lang="zh-CN" altLang="en-US" dirty="0"/>
          </a:p>
        </p:txBody>
      </p:sp>
      <p:pic>
        <p:nvPicPr>
          <p:cNvPr id="2" name="图片 1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4840" y="0"/>
            <a:ext cx="5354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0085" y="0"/>
            <a:ext cx="2703195" cy="685800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316307" y="10477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/>
              <a:t>技术栈</a:t>
            </a:r>
            <a:r>
              <a:rPr lang="zh-CN" altLang="en-US" dirty="0"/>
              <a:t>架构图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" name="文本框 72"/>
          <p:cNvSpPr txBox="1"/>
          <p:nvPr/>
        </p:nvSpPr>
        <p:spPr>
          <a:xfrm>
            <a:off x="316307" y="10477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/>
              <a:t>数据流</a:t>
            </a:r>
            <a:r>
              <a:rPr lang="zh-CN" altLang="en-US" dirty="0"/>
              <a:t>图</a:t>
            </a:r>
            <a:endParaRPr lang="zh-CN" altLang="en-US" dirty="0"/>
          </a:p>
        </p:txBody>
      </p:sp>
      <p:pic>
        <p:nvPicPr>
          <p:cNvPr id="3" name="图片 2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9775" y="0"/>
            <a:ext cx="766381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464</Words>
  <Application>WPS 文字</Application>
  <PresentationFormat>全屏显示(4:3)</PresentationFormat>
  <Paragraphs>161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Times New Roman</vt:lpstr>
      <vt:lpstr>微软雅黑</vt:lpstr>
      <vt:lpstr>汉仪旗黑</vt:lpstr>
      <vt:lpstr>等线</vt:lpstr>
      <vt:lpstr>汉仪中等线KW</vt:lpstr>
      <vt:lpstr>Calibri</vt:lpstr>
      <vt:lpstr>Helvetica Neue</vt:lpstr>
      <vt:lpstr>宋体</vt:lpstr>
      <vt:lpstr>Arial Unicode MS</vt:lpstr>
      <vt:lpstr>等线 Light</vt:lpstr>
      <vt:lpstr>Calibri Light</vt:lpstr>
      <vt:lpstr>汉仪书宋二KW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Pengjie Ren</dc:creator>
  <cp:lastModifiedBy>嘿嘿嘿</cp:lastModifiedBy>
  <cp:revision>2297</cp:revision>
  <dcterms:created xsi:type="dcterms:W3CDTF">2025-10-04T01:10:44Z</dcterms:created>
  <dcterms:modified xsi:type="dcterms:W3CDTF">2025-10-04T01:10:44Z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2C4457ED641F4EDE50509B682578A54A_42</vt:lpwstr>
  </property>
  <property fmtid="{D5CDD505-2E9C-101B-9397-08002B2CF9AE}" pid="3" name="KSOProductBuildVer">
    <vt:lpwstr>2052-12.1.21861.21861</vt:lpwstr>
  </property>
</Properties>
</file>